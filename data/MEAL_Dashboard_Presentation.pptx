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91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3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2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5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47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721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4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50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5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3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3618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53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7042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0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77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2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7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040EF-8C9F-95DA-7D2F-C5F11FB45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5486" y="3603170"/>
            <a:ext cx="4136571" cy="369333"/>
          </a:xfrm>
        </p:spPr>
        <p:txBody>
          <a:bodyPr/>
          <a:lstStyle/>
          <a:p>
            <a:r>
              <a:rPr lang="en-US" dirty="0"/>
              <a:t>Global Health Indicators Dashboard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2C706-037E-1A14-93FF-7AFE006060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Applied MEAL Analytics Using World Bank &amp; WHO Data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E67F7-7380-5B87-E88C-98D9FF3004CF}"/>
              </a:ext>
            </a:extLst>
          </p:cNvPr>
          <p:cNvSpPr txBox="1"/>
          <p:nvPr/>
        </p:nvSpPr>
        <p:spPr>
          <a:xfrm>
            <a:off x="4593771" y="5147733"/>
            <a:ext cx="3265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Rasmita Sahoo</a:t>
            </a:r>
            <a:br>
              <a:rPr lang="en-IN" dirty="0"/>
            </a:br>
            <a:r>
              <a:rPr lang="en-IN" dirty="0"/>
              <a:t>Data Associate – Assignment Submission</a:t>
            </a:r>
            <a:br>
              <a:rPr lang="en-IN" dirty="0"/>
            </a:br>
            <a:r>
              <a:rPr lang="en-IN" dirty="0"/>
              <a:t>February 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549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Statement &amp;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Maternal mortality remains a major public health challenge in low- and middle-income countries.</a:t>
            </a:r>
          </a:p>
          <a:p>
            <a:pPr lvl="1"/>
            <a:r>
              <a:rPr lang="en-US" dirty="0"/>
              <a:t>Program teams require reliable external data to contextualize performance trends and inform strategic decisions.</a:t>
            </a:r>
          </a:p>
          <a:p>
            <a:pPr lvl="1"/>
            <a:r>
              <a:rPr dirty="0"/>
              <a:t>Use Case: Support MEAL and program managers in prioritizing interventions and allocating resources effectively.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 Sources &amp; Analytical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Sources:</a:t>
            </a:r>
          </a:p>
          <a:p>
            <a:pPr lvl="1"/>
            <a:r>
              <a:t>• World Bank Open Data API (development &amp; expenditure indicators)</a:t>
            </a:r>
          </a:p>
          <a:p>
            <a:pPr lvl="1"/>
            <a:r>
              <a:t>• WHO Global Health Observatory API (health outcome indicators)</a:t>
            </a:r>
          </a:p>
          <a:p>
            <a:pPr lvl="1"/>
            <a:r>
              <a:t>Approach: Extract → Clean → Transform → Model → Visualize in Power BI.</a:t>
            </a:r>
          </a:p>
          <a:p>
            <a:pPr lvl="1"/>
            <a:r>
              <a:t>Time coverage: 1990 – Most recent available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 Preparation &amp; Analysis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Collected indicators via APIs in structured format.</a:t>
            </a:r>
          </a:p>
          <a:p>
            <a:pPr lvl="1"/>
            <a:r>
              <a:t>Standardized country names and handled missing values.</a:t>
            </a:r>
          </a:p>
          <a:p>
            <a:pPr lvl="1"/>
            <a:r>
              <a:t>Created calculated measures (latest year values, averages, trends).</a:t>
            </a:r>
          </a:p>
          <a:p>
            <a:pPr lvl="1"/>
            <a:r>
              <a:t>Developed analytical model and interactive visuals in Power BI.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Dashboard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Cards: Latest maternal mortality, health expenditure, and skilled birth attendance.</a:t>
            </a:r>
          </a:p>
          <a:p>
            <a:pPr lvl="1"/>
            <a:r>
              <a:t>Trend Line: Long-term changes in maternal mortality.</a:t>
            </a:r>
          </a:p>
          <a:p>
            <a:pPr lvl="1"/>
            <a:r>
              <a:t>Scatter Plot: Relationship between health expenditure and mortality.</a:t>
            </a:r>
          </a:p>
          <a:p>
            <a:pPr lvl="1"/>
            <a:r>
              <a:t>Bar Chart: Country-level comparison.</a:t>
            </a:r>
          </a:p>
          <a:p>
            <a:pPr lvl="1"/>
            <a:r>
              <a:t>Map View: Geographic distribution of indicators.</a:t>
            </a:r>
          </a:p>
          <a:p>
            <a:pPr lvl="1"/>
            <a:r>
              <a:t>Interactive slicers allow filtering by country, year, and indicator.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Key Insights &amp; Program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Countries with higher health expenditure generally demonstrate lower maternal mortality rates, indicating a strong negative association between investment and outcomes.</a:t>
            </a:r>
          </a:p>
          <a:p>
            <a:pPr lvl="1"/>
            <a:r>
              <a:rPr dirty="0"/>
              <a:t>Significant regional disparities persist, particularly in Sub-Saharan Africa.</a:t>
            </a:r>
          </a:p>
          <a:p>
            <a:pPr lvl="1"/>
            <a:r>
              <a:rPr dirty="0"/>
              <a:t>Skilled birth attendance strongly correlates with improved maternal outcomes.</a:t>
            </a:r>
          </a:p>
          <a:p>
            <a:pPr lvl="1"/>
            <a:r>
              <a:rPr dirty="0"/>
              <a:t>Implication: Investments in maternal health services and skilled care should be prioritized in high-risk countries.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datasets contain reporting delays and occasional missing values.</a:t>
            </a:r>
          </a:p>
          <a:p>
            <a:pPr lvl="1"/>
            <a:r>
              <a:t>Observed relationships indicate correlation, not causation.</a:t>
            </a:r>
          </a:p>
          <a:p>
            <a:pPr lvl="1"/>
            <a:r>
              <a:t>Next Steps:</a:t>
            </a:r>
          </a:p>
          <a:p>
            <a:pPr lvl="1"/>
            <a:r>
              <a:t>• Integrate GDP and socio-economic indicators.</a:t>
            </a:r>
          </a:p>
          <a:p>
            <a:pPr lvl="1"/>
            <a:r>
              <a:t>• Incorporate program-level data for deeper MEAL analysis.</a:t>
            </a:r>
          </a:p>
          <a:p>
            <a:pPr lvl="1"/>
            <a:r>
              <a:t>• Develop regional benchmarking and forecasting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</TotalTime>
  <Words>360</Words>
  <Application>Microsoft Office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Global Health Indicators Dashboard</vt:lpstr>
      <vt:lpstr>1. Problem Statement &amp; Use Case</vt:lpstr>
      <vt:lpstr>2. Data Sources &amp; Analytical Approach</vt:lpstr>
      <vt:lpstr>3. Data Preparation &amp; Analysis Workflow</vt:lpstr>
      <vt:lpstr>4. Dashboard Walkthrough</vt:lpstr>
      <vt:lpstr>5. Key Insights &amp; Program Implications</vt:lpstr>
      <vt:lpstr>6. Limitations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rasmitasahoo8267@gmail.com</cp:lastModifiedBy>
  <cp:revision>7</cp:revision>
  <dcterms:created xsi:type="dcterms:W3CDTF">2013-01-27T09:14:16Z</dcterms:created>
  <dcterms:modified xsi:type="dcterms:W3CDTF">2026-02-13T10:20:15Z</dcterms:modified>
  <cp:category/>
</cp:coreProperties>
</file>